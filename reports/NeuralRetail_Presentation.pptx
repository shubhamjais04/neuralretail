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NeuralRetail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Intelligence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Internship Project  •  </a:t>
            </a:r>
            <a:pPr indent="0" marL="0">
              <a:buNone/>
            </a:pPr>
            <a:r>
              <a:rPr lang="en-US" sz="1300" b="1" dirty="0">
                <a:solidFill>
                  <a:srgbClr val="E84E1B"/>
                </a:solidFill>
              </a:rPr>
              <a:t>Amdox Technologies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Shubham Jaiswal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731520"/>
            <a:ext cx="1920240" cy="8229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731520"/>
            <a:ext cx="54864" cy="82296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777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541K+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1920240" cy="8229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1737360"/>
            <a:ext cx="54864" cy="82296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38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1920240" cy="8229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2743200"/>
            <a:ext cx="54864" cy="82296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Dashboard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3749040"/>
            <a:ext cx="1920240" cy="8229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3749040"/>
            <a:ext cx="54864" cy="82296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3794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ML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NeuralRetail is an end-to-end AI-powered sales intelligence platform built on the UCI Online Retail Dataset — 541,909 real transactions across 38 countries. The platform combines machine learning, customer analytics, and interactive dashboards to deliver actionable business intelligence.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1143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54864" cy="11430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📉  Churn Prediction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Identify customers at risk of leaving using XGBoost &amp; LightGBM with AUC-ROC ≥ 0.90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1143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54864" cy="11430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 Demand Forecasting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30-day revenue forecast with Linear Regression + lag features targeting MAPE ≤ 10%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023360" cy="1143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54864" cy="11430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Customer Intelligence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RFM-based segmentation into Champions, Loyal, At Risk, and Hibernating clusters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023360" cy="1143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383280"/>
            <a:ext cx="54864" cy="11430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🧪  Model Tracking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MLflow experiment tracking with Evidently AI drift detection for production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3.12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01952"/>
            <a:ext cx="54864" cy="658368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  •  LightGBM  •  Scikit-learn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06624"/>
            <a:ext cx="54864" cy="658368"/>
          </a:xfrm>
          <a:prstGeom prst="rect">
            <a:avLst/>
          </a:prstGeom>
          <a:solidFill>
            <a:srgbClr val="FBBA1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SHAP (SHapley Additive Explanations)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11296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11296"/>
            <a:ext cx="54864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Experiment Tracking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54864" cy="65836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Drift Detection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Evidently AI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901952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01952"/>
            <a:ext cx="54864" cy="65836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 +  Plotly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06624"/>
            <a:ext cx="54864" cy="658368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REST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 +  Uvicorn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511296"/>
            <a:ext cx="41148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511296"/>
            <a:ext cx="54864" cy="658368"/>
          </a:xfrm>
          <a:prstGeom prst="rect">
            <a:avLst/>
          </a:prstGeom>
          <a:solidFill>
            <a:srgbClr val="FBBA13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Data Processing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  •  NumPy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541,909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Total 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4,338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Unique 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3,665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Unique Products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40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77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38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Countries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240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240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377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£8.88M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0040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240280"/>
            <a:ext cx="26517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240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377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E1B"/>
                </a:solidFill>
              </a:rPr>
              <a:t>£479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3504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Avg Order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E1B"/>
                </a:solidFill>
              </a:rPr>
              <a:t>Key EDA Findings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</a:rPr>
              <a:t>•  UK dominates revenue (~84%) followed by Netherlands, Germany &amp; France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</a:rPr>
              <a:t>•  November–December peak season — highest revenue months across all years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</a:rPr>
              <a:t>•  33.3% customer churn rate identified — 1,445 churned vs 2,893 active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— RFM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E1B"/>
                </a:solidFill>
              </a:rPr>
              <a:t>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How recently did the customer purchase?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41D"/>
                </a:solidFill>
              </a:rPr>
              <a:t>F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Frequency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How often do they purchase?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FBBA1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A13"/>
                </a:solidFill>
              </a:rPr>
              <a:t>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Monetary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How much do they spend?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E1B"/>
                </a:solidFill>
              </a:rPr>
              <a:t>Customer Segments Identified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9748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70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Champions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081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27.2% of customers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Bought recently, buy often, spend most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69748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697480"/>
            <a:ext cx="54864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770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Loyal Customers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081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80B9"/>
                </a:solidFill>
              </a:rPr>
              <a:t>14.9% of customers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Regular buyers with strong spending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69748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697480"/>
            <a:ext cx="54864" cy="914400"/>
          </a:xfrm>
          <a:prstGeom prst="rect">
            <a:avLst/>
          </a:prstGeom>
          <a:solidFill>
            <a:srgbClr val="FBBA13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2770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 Risk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081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A13"/>
                </a:solidFill>
              </a:rPr>
              <a:t>15.6% of customers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Used to buy often — now slipping away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794760"/>
            <a:ext cx="54864" cy="9144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Hibernating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941D"/>
                </a:solidFill>
              </a:rPr>
              <a:t>20.3% of customers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Long inactive, low spend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79476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794760"/>
            <a:ext cx="54864" cy="9144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43" name="Text 41"/>
          <p:cNvSpPr/>
          <p:nvPr/>
        </p:nvSpPr>
        <p:spPr>
          <a:xfrm>
            <a:off x="3337560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37560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E1B"/>
                </a:solidFill>
              </a:rPr>
              <a:t>14.0% of customers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3756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Lowest recency, frequency &amp; spend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3794760"/>
            <a:ext cx="26517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3794760"/>
            <a:ext cx="54864" cy="91440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48" name="Text 46"/>
          <p:cNvSpPr/>
          <p:nvPr/>
        </p:nvSpPr>
        <p:spPr>
          <a:xfrm>
            <a:off x="6172200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Potential Loyalists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72200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8.0% of customers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7220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Recent buyers with growth potential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65960" cy="4572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33.3%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Overall Churn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6596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97280"/>
            <a:ext cx="1965960" cy="4572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E1B"/>
                </a:solidFill>
              </a:rPr>
              <a:t>1,445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Churned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6596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19659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2,893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Active Customers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196596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97280"/>
            <a:ext cx="19659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AUC ≥ 0.90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Model 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411480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48840"/>
            <a:ext cx="54864" cy="210312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240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 Churn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26517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Algorithm: Gradient Boosted Trees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Metric: AUC-ROC (target ≥ 0.90)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Hyperparams: n_estimators, max_depth, learning_rate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Tracking: MLflow experiment logging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11480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48840"/>
            <a:ext cx="54864" cy="210312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240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LightGBM Churn Model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26517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Algorithm: Light Gradient Boosting Machine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Metric: AUC-ROC (target ≥ 0.90)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Faster training, handles large feature 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•  Compared against XGBoost for best performance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389120"/>
            <a:ext cx="54864" cy="502920"/>
          </a:xfrm>
          <a:prstGeom prst="rect">
            <a:avLst/>
          </a:prstGeom>
          <a:solidFill>
            <a:srgbClr val="FBBA1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SHAP Explainability: Feature importance analysis performed to identify top churn drivers — Recency, Frequency, and Monetary scores were the dominant predictors.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E1B"/>
                </a:solidFill>
              </a:rPr>
              <a:t>Forecasting Approach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10972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41D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Lag features (7, 14, 30-day), rolling means, day-of-week encoding from daily sales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11480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54864" cy="10972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41D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Linear Regression trained on engineered features with 30-day forecast horizon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54864" cy="10972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41D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MAPE metric used — target ≤ 10%. Actual vs Predicted plotted interactively in dashboard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54864" cy="10972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41D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MLflow Tracking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All runs logged with parameters, metrics, and model artifacts for reproducibility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62179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4251960"/>
            <a:ext cx="54864" cy="621792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Result: MAPE achieved was 23.2% — above the 10% target, which is expected for a linear model on retail data with seasonal spikes. This is noted as a limitation and improvement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REST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E1B"/>
                </a:solidFill>
              </a:rPr>
              <a:t>5-Page Streamlit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48640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56692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96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Executive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Revenue KPIs, monthly trends, country breakdown, top 10 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548640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21408"/>
            <a:ext cx="54864" cy="56692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Demand Forecast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Actual vs predicted revenue chart, MAPE metric, historical daily sales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548640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9776"/>
            <a:ext cx="54864" cy="56692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163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Customer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0815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RFM segment pie chart, revenue by segment, distribution histograms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548640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38144"/>
            <a:ext cx="54864" cy="56692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74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Churn Risk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7398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Churn distribution, segment risk, SHAP chart, high-risk customer 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548640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96512"/>
            <a:ext cx="54864" cy="566928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330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Model Tracker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39826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MLflow experiment summary, live model file status, evidently reports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051560"/>
            <a:ext cx="274320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51560"/>
            <a:ext cx="274320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 REST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155448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Framework: FastAPI + Uvicorn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Auto docs: /docs (Swagger UI)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Endpoints: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  POST /predict/churn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  GET  /forecast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  GET  /segments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  GET  /health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Accepts customer RFM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features as JSON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Returns churn probability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and segment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&amp; Drift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MLflow Experiment Tracking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82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</a:rPr>
              <a:t>Models Tracked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XGBoost, LightGBM, Linear Regression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49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</a:rPr>
              <a:t>Params Logged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n_estimators, max_depth, learning_rate, subsample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79776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</a:rPr>
              <a:t>Metrics Logged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AUC-ROC, Accuracy (churn) | MAPE (forecast)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346704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83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</a:rPr>
              <a:t>Artifacts Saved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model.pkl / model.xgb files per run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41D"/>
                </a:solidFill>
              </a:rPr>
              <a:t>Run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Multiple experiment runs stored locally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Evidently AI — Drift Detection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92040" y="1645920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682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Data Drift Report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883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Detects feature distribution shifts in production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212848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249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450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Tracks missing value patterns across pipeline runs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2779776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Visual performance breakdown for churn model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346704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383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SHAP Importance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Feature-level explainability chart generated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913632"/>
            <a:ext cx="3749040" cy="4754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Output Format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HTML reports saved to evidently_reports/ folder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Command to view MLflow UI locally:  mlflow ui --backend-store-uri ../mlflow_runs  →  http://localhost:5000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37947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79476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E1B"/>
                </a:solidFill>
              </a:rPr>
              <a:t>Folder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NeuralRetail/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              ← Datasets &amp; CSVs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notebooks/         ← 4 Jupyter Notebooks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api/           ← FastAPI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models/        ← Trained .pkl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dashboard/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app.py         ← Streamlit (5 pages)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evidently_reports/ ← Drift HTML reports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mlflow_runs/       ← Experiment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assets/screenshots/← Dashboard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7947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3794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Deliverables Completed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EDA Notebook (01_EDA.ipynb)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Feature Engineering (02_feature_engineering.ipynb)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Model Training (03_model_training.ipynb)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Drift Detection (04_drift_detection.ipynb)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5-Page Streamlit 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FastAPI REST API with Swagger docs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MLflow Experiment Tracking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Evidently AI Drift Reports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4187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Live Deployment on Streamlit Cloud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✅  GitHub Repository (public)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Learnings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43000"/>
            <a:ext cx="54864" cy="54864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527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🔬  Built a complete ML pipeline — from raw data to deployed production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7680960" cy="548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01368"/>
            <a:ext cx="54864" cy="54864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110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📊  Gained hands-on experience with MLflow tracking and Evidently AI drift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59736"/>
            <a:ext cx="7680960" cy="548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59736"/>
            <a:ext cx="54864" cy="54864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94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⚙️  Understood the gap between model metrics and real-world business targets (MAPE)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18104"/>
            <a:ext cx="7680960" cy="548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118104"/>
            <a:ext cx="54864" cy="54864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278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🚀  Deployed a live Streamlit app with FastAPI backend accessible via public URL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776472"/>
            <a:ext cx="7680960" cy="548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76472"/>
            <a:ext cx="54864" cy="54864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86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👥  Applied RFM segmentation to drive real customer intelligence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72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🌐 Live Demo: </a:t>
            </a:r>
            <a:pPr algn="ctr" indent="0" marL="0">
              <a:buNone/>
            </a:pPr>
            <a:r>
              <a:rPr lang="en-US" sz="1200" b="1" dirty="0">
                <a:solidFill>
                  <a:srgbClr val="E84E1B"/>
                </a:solidFill>
              </a:rPr>
              <a:t>neuralretail-amdox.streamlit.app</a:t>
            </a:r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     💻 GitHub: </a:t>
            </a:r>
            <a:pPr algn="ctr" indent="0" marL="0">
              <a:buNone/>
            </a:pPr>
            <a:r>
              <a:rPr lang="en-US" sz="1200" b="1" dirty="0">
                <a:solidFill>
                  <a:srgbClr val="E84E1B"/>
                </a:solidFill>
              </a:rPr>
              <a:t>github.com/shubhamjais04/NeuralRetail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743200" y="2286000"/>
            <a:ext cx="3657600" cy="45720"/>
          </a:xfrm>
          <a:prstGeom prst="rect">
            <a:avLst/>
          </a:prstGeom>
          <a:solidFill>
            <a:srgbClr val="E84E1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Shubham Jaiswal  |  Data Science Intern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4E1B"/>
                </a:solidFill>
              </a:rPr>
              <a:t>Amdox Technologies  |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github.com/shubhamjais04/NeuralRetail</a:t>
            </a:r>
            <a:pPr algn="ctr" indent="0" marL="0">
              <a:buNone/>
            </a:pPr>
            <a:r>
              <a:rPr lang="en-US" sz="1300" dirty="0">
                <a:solidFill>
                  <a:srgbClr val="F7941D"/>
                </a:solidFill>
              </a:rPr>
              <a:t>   •   </a:t>
            </a:r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neuralretail-amdox.streamlit.app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NeuralRetail — AI Sales Intelligence Platform</dc:title>
  <dc:subject>PptxGenJS Presentation</dc:subject>
  <dc:creator>Shubham Jaiswal</dc:creator>
  <cp:lastModifiedBy>Shubham Jaiswal</cp:lastModifiedBy>
  <cp:revision>1</cp:revision>
  <dcterms:created xsi:type="dcterms:W3CDTF">2026-05-29T06:44:45Z</dcterms:created>
  <dcterms:modified xsi:type="dcterms:W3CDTF">2026-05-29T06:44:45Z</dcterms:modified>
</cp:coreProperties>
</file>